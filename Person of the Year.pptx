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5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07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64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0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4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5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07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7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04881-BEFA-4BDE-8CC8-0A81C0B0B29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2D5E4-3463-4526-A09A-BE1F61EEC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5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285750"/>
            <a:ext cx="4419600" cy="6629400"/>
          </a:xfrm>
          <a:prstGeom prst="rect">
            <a:avLst/>
          </a:prstGeom>
        </p:spPr>
      </p:pic>
      <p:sp>
        <p:nvSpPr>
          <p:cNvPr id="4" name="AutoShape 2" descr="Generated image: Architects of AI on TIME cov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Generated image: Architects of technology in focu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8" descr="Uploaded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2406315"/>
            <a:ext cx="4381197" cy="253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8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Xiang Li</dc:creator>
  <cp:lastModifiedBy>Xiang Li</cp:lastModifiedBy>
  <cp:revision>2</cp:revision>
  <dcterms:created xsi:type="dcterms:W3CDTF">2026-03-16T02:52:59Z</dcterms:created>
  <dcterms:modified xsi:type="dcterms:W3CDTF">2026-03-16T03:16:12Z</dcterms:modified>
</cp:coreProperties>
</file>